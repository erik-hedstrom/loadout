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Operations Update, Q3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all-hands, 8 October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landed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Revenue closed the quarter at $4.82M against a plan of $4.60M, up 9% on Q2 ($4.42M)</a:t>
            </a:r>
          </a:p>
          <a:p>
            <a:pPr>
              <a:defRPr sz="1600"/>
            </a:pPr>
            <a:r>
              <a:t>Gross margin held at 61%, down one point from Q2 because of the carrier rate increase in August</a:t>
            </a:r>
          </a:p>
          <a:p>
            <a:pPr>
              <a:defRPr sz="1600"/>
            </a:pPr>
            <a:r>
              <a:t>Headcount is 58, three under plan; the two open support roles are the hardest to fill</a:t>
            </a:r>
          </a:p>
          <a:p>
            <a:pPr>
              <a:defRPr sz="1600"/>
            </a:pPr>
            <a:r>
              <a:t>We signed 14 new accounts and lost 5, so net new accounts were 9; 3 of the 5 losses were price-driven</a:t>
            </a:r>
          </a:p>
          <a:p>
            <a:pPr>
              <a:defRPr sz="1600"/>
            </a:pPr>
            <a:r>
              <a:t>Cash on hand is $2.1M, which covers about 7 months of current spend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Median first response time fell from 4h 10m to 2h 35m after the August triage change</a:t>
            </a:r>
          </a:p>
          <a:p>
            <a:pPr>
              <a:defRPr sz="1600"/>
            </a:pPr>
            <a:r>
              <a:t>Tickets opened: 3,940 (Q2: 3,610); tickets closed within SLA: 92% (Q2: 88%)</a:t>
            </a:r>
          </a:p>
          <a:p>
            <a:pPr>
              <a:defRPr sz="1600"/>
            </a:pPr>
            <a:r>
              <a:t>CSAT is 4.4 out of 5 on 1,120 responses, with refunds and shipping delays the main complaints</a:t>
            </a:r>
          </a:p>
          <a:p>
            <a:pPr>
              <a:defRPr sz="1600"/>
            </a:pPr>
            <a:r>
              <a:t>The weekend rota is covered by two contractors until the open roles are filled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Fulfilment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On-time delivery was 94.5% (target 95%), with the only misses in the two weeks of the carrier switch</a:t>
            </a:r>
          </a:p>
          <a:p>
            <a:pPr>
              <a:defRPr sz="1600"/>
            </a:pPr>
            <a:r>
              <a:t>Average pick-and-pack time dropped from 41 to 33 minutes after the warehouse layout change</a:t>
            </a:r>
          </a:p>
          <a:p>
            <a:pPr>
              <a:defRPr sz="1600"/>
            </a:pPr>
            <a:r>
              <a:t>Damage rate is 0.8% of orders, flat on Q2, and we still want it under 0.5%</a:t>
            </a:r>
          </a:p>
          <a:p>
            <a:pPr>
              <a:defRPr sz="1600"/>
            </a:pPr>
            <a:r>
              <a:t>The second carrier contract gives us a backup for peak season at a 4% higher per-parcel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Peak season starts 15 November and the forecast is 30% over last year's volume</a:t>
            </a:r>
          </a:p>
          <a:p>
            <a:pPr>
              <a:defRPr sz="1600"/>
            </a:pPr>
            <a:r>
              <a:t>We need approval for 4 temporary warehouse staff (about $38k for the season)</a:t>
            </a:r>
          </a:p>
          <a:p>
            <a:pPr>
              <a:defRPr sz="1600"/>
            </a:pPr>
            <a:r>
              <a:t>The ERP renewal is due in December with a 12% price increase quoted; we are getting two alternatives</a:t>
            </a:r>
          </a:p>
          <a:p>
            <a:pPr>
              <a:defRPr sz="1600"/>
            </a:pPr>
            <a:r>
              <a:t>Two key people hold the carrier relationships; we want a written handover plan by year 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Hire the two support roles and one warehouse lead</a:t>
            </a:r>
          </a:p>
          <a:p>
            <a:pPr>
              <a:defRPr sz="1600"/>
            </a:pPr>
            <a:r>
              <a:t>Bring the damage rate under 0.5% with a packaging supplier change (trial in October)</a:t>
            </a:r>
          </a:p>
          <a:p>
            <a:pPr>
              <a:defRPr sz="1600"/>
            </a:pPr>
            <a:r>
              <a:t>Decide on the ERP renewal by 15 November</a:t>
            </a:r>
          </a:p>
          <a:p>
            <a:pPr>
              <a:defRPr sz="1600"/>
            </a:pPr>
            <a:r>
              <a:t>Report on-time delivery weekly through peak season, with a rollback plan if it falls below 92%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 in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$4.42M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$4.82M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Net new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Median first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4h 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2h 35m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On-time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CSAT (of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Operations</dc:creator>
  <cp:keywords/>
  <dc:description>generated using python-pptx</dc:description>
  <cp:lastModifiedBy>Operations</cp:lastModifiedBy>
  <cp:revision>1</cp:revision>
  <dcterms:created xsi:type="dcterms:W3CDTF">2026-01-01T00:00:00Z</dcterms:created>
  <dcterms:modified xsi:type="dcterms:W3CDTF">2026-01-01T00:00:00Z</dcterms:modified>
  <cp:category/>
</cp:coreProperties>
</file>